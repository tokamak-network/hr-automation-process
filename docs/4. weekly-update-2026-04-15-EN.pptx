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Tokamak HR Solution</a:t>
            </a:r>
            <a:br/>
            <a:r>
              <a:t>Weekly Update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t>2026.04.08 ~ 2026.04.15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2A72E5"/>
                </a:solidFill>
              </a:defRPr>
            </a:pPr>
            <a:r>
              <a:t>16 commits  |  +2,671 lines  |  12 files changed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This Week's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Key Changes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Team Management — Active/Retired split, 63 real members added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Payroll — 778 payroll records migrated (2023~2026)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Payroll Calculator — Excel upload, auto tax calculation, one-click apply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Etherscan — 363 on-chain transactions synced automatically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Expense Tracking — Separate tracking for non-salary expenses (same TX link)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Dashboard — Live data (no more hardcoded values)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Payslip PDF — Auto-generate and download when payroll is confirmed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1. Team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Before vs After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Dummy data (10 people) → Real data (8 active + 55 retired)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Key Features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Active / Retired tabs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Add, edit, retire, reinstate members from UI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Excel upload/download for bulk registration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Multiple wallet addresses per member (with labels and chain info)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Data Migration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Existing team spreadsheet → auto-imported into HR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2. Payroll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Payroll History (778 records)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Full migration from 2023.01 to 2026.04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Bulk upload via Excel (year / month / name / USDT)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Past data without exchange rate: shows USDT amount only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Payroll Calculator (New)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Download template → enter exchange rate → upload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Auto tax calculation based on 2026 Korean tax table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Preview results, then apply to payroll with one click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Auto Exchange Rate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Bank of Korea ECOS API (previous day closing rate)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Enter payment date → rate is applied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3. Etherscan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Auto Sync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Register payroll wallet addresses in Settings (multiple supported)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Etherscan API V2 — one-click sync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Currently 363 ERC-20 transactions collected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Spam Filtering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Whitelist: only USDT / USDC / WTON contracts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Removed fake unicode token symbols (900 → 363 transactions)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Filtered out dust transactions under 1 USDT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Address → Name Matching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Registered wallets show as member names automatically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Click TX Hash to open Etherscan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4. Expense Tracking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Background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Salary + expenses are sent together in one transaction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Need to track salary and expenses separately for internal records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Features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Register expense items per member (date, amount, category, memo)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Categories: Travel, Equipment, Transport, Meals, Software, Education, etc.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Can link to the same TX Hash as salary payment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Status flow: Pending → Approved → Paid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Monthly view + Excel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5. Dashboard, Payslip &amp;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Dashboard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Removed hardcoded data → now shows current month in real time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Total salary / D-Day / Annual total / Tax reserves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Recent transactions with Etherscan links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Payslip PDF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PDF button activates when payroll is confirmed or paid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Includes member info, salary, tax, and wallet address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Settings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Register and manage multiple payroll wallets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Chain selection (ERC-20, Titan L2)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Etherscan API Key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Phase 2 — Automation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Auto-sync transactions on a schedule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Automate the payroll workflow: calculate → confirm → pay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2000"/>
              </a:spcBef>
              <a:defRPr sz="2000" b="1">
                <a:solidFill>
                  <a:srgbClr val="2A72E5"/>
                </a:solidFill>
              </a:defRPr>
            </a:pPr>
            <a:r>
              <a:t>Phase 3 — Expand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Attendance / work hours tracking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Contract management</a:t>
            </a:r>
          </a:p>
          <a:p>
            <a:pPr>
              <a:spcBef>
                <a:spcPts val="600"/>
              </a:spcBef>
              <a:defRPr sz="1600">
                <a:solidFill>
                  <a:srgbClr val="1C1C1C"/>
                </a:solidFill>
              </a:defRPr>
            </a:pPr>
            <a:r>
              <a:t>- Team dashboard (member access)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t>Tokamak HR Solution v0.3.0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2A72E5"/>
                </a:solidFill>
              </a:defRPr>
            </a:pPr>
            <a:r>
              <a:t>Next.js 16  |  FastAPI  |  Etherscan API V2  |  ECOS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