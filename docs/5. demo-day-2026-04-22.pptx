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6647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rPr dirty="0"/>
              <a:t>Tokamak Network HR Solution</a:t>
            </a:r>
            <a:br>
              <a:rPr dirty="0"/>
            </a:br>
            <a:r>
              <a:rPr dirty="0"/>
              <a:t>Demo Day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rPr dirty="0"/>
              <a:t>What's New — 2026.04.15 ~ 04.22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Benchmarking &amp;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Reference: </a:t>
            </a:r>
            <a:r>
              <a:rPr dirty="0" err="1"/>
              <a:t>Shiftee</a:t>
            </a:r>
            <a:r>
              <a:rPr dirty="0"/>
              <a:t> (</a:t>
            </a:r>
            <a:r>
              <a:rPr dirty="0" err="1"/>
              <a:t>시프티</a:t>
            </a:r>
            <a:r>
              <a:rPr dirty="0"/>
              <a:t>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Korean HR SaaS used by 10,000+ companies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We're benchmarking their UX patterns for our solution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What We Adopted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Consistent button layout (Import / Export / Template)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Corporate bank account management module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Dashboard with attendance &amp; status cards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Sidebar navigation structure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What We Do Differently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Crypto-native: USDT salary, on-chain TX tracking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Etherscan</a:t>
            </a:r>
            <a:r>
              <a:rPr dirty="0"/>
              <a:t> integration for wallet monitoring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Built-in developer sourcing (LinkedIn + GitHub)</a:t>
            </a:r>
          </a:p>
        </p:txBody>
      </p:sp>
      <p:pic>
        <p:nvPicPr>
          <p:cNvPr id="6" name="Picture 5" descr="스크린샷 2026-04-21 오전 10.10.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59" y="1371600"/>
            <a:ext cx="6466555" cy="3222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Corporate Bank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New: Fiat Transaction Management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Upload WISE CSV and Aspire Excel statements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Filter by year, month, currency (USD/SGD/GBP), and source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Fee Tracking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Shows net amount, fee, and gross (fee-included) amount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Useful for cross-border and multi-currency operations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Safe Re-Upload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Duplicate transactions are skipped automatically (by TX ID)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Shows last upload time and record count per source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D44330-0F89-82B4-3EE3-FCFDF3E1D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216869" cy="3403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Developer Sourcing — Improved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History Preservation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Re-search after 30 days now keeps status and outreach history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Contacted / Responded / Rejected status is never lost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New vs Returning Candidates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'Nx seen' badge shows how many times a candidate appeared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Expanded row shows first seen, last searched, source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Pagination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Browse all candidates with 100 per page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Total count and page number displayed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5AAA19-4411-632C-40ED-775F7DD49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2" y="1371600"/>
            <a:ext cx="584611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UX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Unified Button Labels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Import (upload) / Export (download) / Template (format)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Consistent across all pages: Team, Payroll, Expenses, Fiat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Better Data Display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Click any row to expand full details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Fixed-width table columns for clean alignment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Status labels translated to Korean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Updated Branding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Sidebar: Tokamak → Tokamak Network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Enlarged logo with tighter spacing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59B18F-3945-201B-33B4-E77F33329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690" y="2012731"/>
            <a:ext cx="5555768" cy="9852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988C57-DE16-9324-AA46-4C45B6805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690" y="3055147"/>
            <a:ext cx="5679790" cy="7222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010F48-1B86-4B48-1372-B1FE426CD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688" y="3739552"/>
            <a:ext cx="5679791" cy="751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6647" y="2818576"/>
            <a:ext cx="1005840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rPr dirty="0"/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rPr dirty="0"/>
              <a:t>Tokamak Network HR Solutio</a:t>
            </a:r>
            <a:r>
              <a:rPr lang="en-US" dirty="0"/>
              <a:t>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326</Words>
  <Application>Microsoft Macintosh PowerPoint</Application>
  <PresentationFormat>와이드스크린</PresentationFormat>
  <Paragraphs>56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JunWoong Kong</cp:lastModifiedBy>
  <cp:revision>3</cp:revision>
  <dcterms:created xsi:type="dcterms:W3CDTF">2013-01-27T09:14:16Z</dcterms:created>
  <dcterms:modified xsi:type="dcterms:W3CDTF">2026-04-22T03:32:56Z</dcterms:modified>
  <cp:category/>
</cp:coreProperties>
</file>