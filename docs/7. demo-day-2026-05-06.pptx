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rPr dirty="0"/>
              <a:t>Tokamak Network HR Solution</a:t>
            </a:r>
            <a:br>
              <a:rPr dirty="0"/>
            </a:br>
            <a:r>
              <a:rPr dirty="0"/>
              <a:t>Weekly Update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rPr dirty="0"/>
              <a:t>Minor Upgrades &amp; </a:t>
            </a:r>
            <a:r>
              <a:rPr dirty="0" err="1"/>
              <a:t>Payslip</a:t>
            </a:r>
            <a:r>
              <a:rPr dirty="0"/>
              <a:t> Improvements — 2026.05.06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Minor Upgrades to Existing Features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This week focused on improving features we already built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Workflow efficiency: bulk status changes for payroll and expenses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Payslip</a:t>
            </a:r>
            <a:r>
              <a:rPr dirty="0"/>
              <a:t> PDF: major redesign for accuracy and multi-wallet support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Candidate report: downloadable in .md / PDF format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Note on </a:t>
            </a:r>
            <a:r>
              <a:rPr dirty="0" err="1"/>
              <a:t>Payslip</a:t>
            </a:r>
            <a:endParaRPr dirty="0"/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Current </a:t>
            </a:r>
            <a:r>
              <a:rPr dirty="0" err="1"/>
              <a:t>Payslip</a:t>
            </a:r>
            <a:r>
              <a:rPr dirty="0"/>
              <a:t> is for Korea-based team members paid in USDT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Does not yet cover non-KR-based members or Fiat salary recipients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Payslip</a:t>
            </a:r>
            <a:r>
              <a:rPr dirty="0"/>
              <a:t> for Fiat and non-KR-based members coming soon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1. Bulk Status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Before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Change status one by one: open each row, edit, save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Time-consuming as team grows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After — Payroll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One-click: set entire month to Estimated / Confirmed / Paid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Reversible (can go back to Estimated)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After — Expenses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Same pattern: Pending / Approved / Paid for the whole month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Expense template now has category dropdown in Excel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Memo field added: 'Included in May Service Fee'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2. Payroll + Expenses = Unified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Before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Payroll table showed Service Fee only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Expenses tracked separately — no combined view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After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Payroll table: Service Fee | Expenses | Total (auto-summed)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Tax applies to Service Fee only (expenses are non-taxable)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TX Hash input: supports multiple TXs (one per line)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Example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Ale: Service Fee </a:t>
            </a:r>
            <a:r>
              <a:rPr lang="en-US" altLang="ko-KR" dirty="0"/>
              <a:t>5</a:t>
            </a:r>
            <a:r>
              <a:rPr dirty="0"/>
              <a:t>,000 + Expenses 500 = Total </a:t>
            </a:r>
            <a:r>
              <a:rPr lang="en-US" altLang="ko-KR" dirty="0"/>
              <a:t>5</a:t>
            </a:r>
            <a:r>
              <a:rPr dirty="0"/>
              <a:t>,500 USDT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Tax calculated on </a:t>
            </a:r>
            <a:r>
              <a:rPr lang="en-US" altLang="ko-KR" dirty="0"/>
              <a:t>5</a:t>
            </a:r>
            <a:r>
              <a:rPr dirty="0"/>
              <a:t>,000 only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Both linked to same TX or separate TXs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3. Payslip PDF — Redesigned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Scope: Korea-based USDT recipients only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Payslip for Fiat and non-KR-based members coming soon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Layout Changes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Expenses integrated into Service Fee Details column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(Subtotal on top, individual items below, Total at bottom)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Multiple ERC20 addresses: Address 1, Address 2 in separate rows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Multiple TX hashes: Transaction 1, Transaction 2 in separate rows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Accuracy &amp; UX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Tax uses DB-stored value (no more recalculation mismatch)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USDT conversion: round instead of ceil (matches payroll table)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TX hash clickable — opens Etherscan page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Browser preview instead of download (no file clutter)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4. Candidate Report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New Feature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Analyzed candidates now have .md and PDF download buttons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Includes: scores, Track B evaluation, description, full report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Use Case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Share evaluation report with reviewers via Slack/email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Archive candidate assessments offline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Miirza Baig's report shared with Theo for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 err="1"/>
              <a:t>Payslip</a:t>
            </a:r>
            <a:r>
              <a:rPr dirty="0"/>
              <a:t> Expansion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Payslip</a:t>
            </a:r>
            <a:r>
              <a:rPr dirty="0"/>
              <a:t> for Fiat and non-KR-based members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Different format for non-USDT recipients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Continued Improvements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Feedback from team on </a:t>
            </a:r>
            <a:r>
              <a:t>evaluation criteria</a:t>
            </a:r>
            <a:endParaRPr lang="en-US"/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</a:t>
            </a:r>
            <a:r>
              <a:rPr dirty="0"/>
              <a:t>Security &amp; deployment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2A72E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</Words>
  <Application>Microsoft Macintosh PowerPoint</Application>
  <PresentationFormat>와이드스크린</PresentationFormat>
  <Paragraphs>76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JunWoong Kong</cp:lastModifiedBy>
  <cp:revision>2</cp:revision>
  <dcterms:created xsi:type="dcterms:W3CDTF">2013-01-27T09:14:16Z</dcterms:created>
  <dcterms:modified xsi:type="dcterms:W3CDTF">2026-05-06T04:41:00Z</dcterms:modified>
  <cp:category/>
</cp:coreProperties>
</file>