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2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C1C"/>
                </a:solidFill>
              </a:defRPr>
            </a:pPr>
            <a:r>
              <a:t>Tokamak Network HR Solution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Candidate Pipeline + Accounting Expansion — 2026.05.20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A72E5"/>
                </a:solidFill>
              </a:defRPr>
            </a:pPr>
            <a:r>
              <a:t>Evaluation Compensation  |  AI Invoice Parsing  |  Document Repository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Last Week Recap (May 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600"/>
              </a:spcBef>
              <a:defRPr sz="2000" b="1">
                <a:solidFill>
                  <a:srgbClr val="1C1C1C"/>
                </a:solidFill>
              </a:defRPr>
            </a:pPr>
            <a:r>
              <a:t>What Was Delivered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Transaction Classifier — 799 transactions, 100% classified with 97 rules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WHT Auto-Detection — 31 Korean-resident payments flagged and reviewed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Cloud Migration — Database on Supabase, backend deployed on Railway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Authentication — Email/password login with Supabase Auth</a:t>
            </a:r>
          </a:p>
          <a:p>
            <a:pPr>
              <a:spcBef>
                <a:spcPts val="1600"/>
              </a:spcBef>
              <a:defRPr sz="2000" b="1">
                <a:solidFill>
                  <a:srgbClr val="1C1C1C"/>
                </a:solidFill>
              </a:defRPr>
            </a:pPr>
            <a:r>
              <a:t>This Week: 2 New Areas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Candidate pipeline — full lifecycle management with evaluation compensation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Accounting expansion — invoice AI parsing + document repository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Update 1 — Candidate Pipeline (End-to-End)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600"/>
              </a:spcBef>
              <a:defRPr sz="2000" b="1">
                <a:solidFill>
                  <a:srgbClr val="1C1C1C"/>
                </a:solidFill>
              </a:defRPr>
            </a:pPr>
            <a:r>
              <a:t>New Features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Status Workflow: submitted → analyzed → hired / rejected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Evaluation Compensation: record payment for submitted deliverable (TON / USDT / ETH + TX hash)</a:t>
            </a:r>
          </a:p>
          <a:p>
            <a:pPr>
              <a:spcBef>
                <a:spcPts val="200"/>
              </a:spcBef>
              <a:defRPr sz="1400">
                <a:solidFill>
                  <a:srgbClr val="666666"/>
                </a:solidFill>
              </a:defRPr>
            </a:pPr>
            <a:r>
              <a:t>  No resume, no interview — candidates submit working code/product as evaluation</a:t>
            </a:r>
          </a:p>
          <a:p>
            <a:pPr>
              <a:spcBef>
                <a:spcPts val="200"/>
              </a:spcBef>
              <a:defRPr sz="1400">
                <a:solidFill>
                  <a:srgbClr val="666666"/>
                </a:solidFill>
              </a:defRPr>
            </a:pPr>
            <a:r>
              <a:t>  Payment compensates the effort regardless of hiring outcome (= interview fee)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Reviewer &amp; Comment: assign internal reviewer, leave review comments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Report Download: AI analysis report available for all analyzed candidates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Score Display: weighted score shown to 1 decimal place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Candidate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600"/>
              </a:spcBef>
              <a:defRPr sz="2000" b="1">
                <a:solidFill>
                  <a:srgbClr val="1C1C1C"/>
                </a:solidFill>
              </a:defRPr>
            </a:pPr>
            <a:r>
              <a:t>Flow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- 1. Submit Deliverable — candidate provides repo URL with working code/product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- 2. AI Analysis — automated 5-dimension scoring (ecosystem fit weighted 2x)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- 3. Review &amp; Score — internal reviewer assigned, comments recorded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- 4. Hire / Reject — status change with full audit trail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- 5. Pay for Deliverable — TON/USDT/ETH payment recorded with on-chain TX hash</a:t>
            </a:r>
          </a:p>
          <a:p>
            <a:pPr>
              <a:spcBef>
                <a:spcPts val="1600"/>
              </a:spcBef>
              <a:defRPr sz="2000" b="1">
                <a:solidFill>
                  <a:srgbClr val="1C1C1C"/>
                </a:solidFill>
              </a:defRPr>
            </a:pPr>
            <a:r>
              <a:t>Key Principle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The payment is for the deliverable, not a hiring bonus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Every evaluated candidate receives compensation for their work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Currently tracking 2 active candidates (Miirza Baig, Punit Jain)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Update 2 — Invoice Management (AI-Powered)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600"/>
              </a:spcBef>
              <a:defRPr sz="2000" b="1">
                <a:solidFill>
                  <a:srgbClr val="1C1C1C"/>
                </a:solidFill>
              </a:defRPr>
            </a:pPr>
            <a:r>
              <a:t>Features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AR / AP Tabs — separate views for receivable (income) and payable (expense)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PDF Upload with AI Parsing — extracts invoice #, counterparty, amount, dates automatically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Multi-file Upload — select multiple PDFs at once, processed with progress indicator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Manual Entry — form input when PDF is not available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Summary Dashboard — total AR, total AP, outstanding AR at a glance</a:t>
            </a:r>
          </a:p>
          <a:p>
            <a:pPr>
              <a:spcBef>
                <a:spcPts val="1600"/>
              </a:spcBef>
              <a:defRPr sz="2000" b="1">
                <a:solidFill>
                  <a:srgbClr val="1C1C1C"/>
                </a:solidFill>
              </a:defRPr>
            </a:pPr>
            <a:r>
              <a:t>How AI Parsing Works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Upload PDF → pdfplumber extracts text → AI identifies fields → auto-fill → save to DB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Works with any invoice format — AI adapts to different layouts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AI Invoice Parsing —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600"/>
              </a:spcBef>
              <a:defRPr sz="2000" b="1">
                <a:solidFill>
                  <a:srgbClr val="1C1C1C"/>
                </a:solidFill>
              </a:defRPr>
            </a:pPr>
            <a:r>
              <a:rPr dirty="0"/>
              <a:t>Input: </a:t>
            </a:r>
            <a:r>
              <a:rPr lang="en" dirty="0"/>
              <a:t>Tokamak Design(tentative title)</a:t>
            </a:r>
            <a:r>
              <a:rPr lang="ko-KR" altLang="en-US" dirty="0"/>
              <a:t> </a:t>
            </a:r>
            <a:r>
              <a:rPr dirty="0"/>
              <a:t>Invoice PDF (unstructured)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- Mixed layout with company addresses, line items, bank details</a:t>
            </a:r>
          </a:p>
          <a:p>
            <a:pPr>
              <a:spcBef>
                <a:spcPts val="1600"/>
              </a:spcBef>
              <a:defRPr sz="2000" b="1">
                <a:solidFill>
                  <a:srgbClr val="1C1C1C"/>
                </a:solidFill>
              </a:defRPr>
            </a:pPr>
            <a:r>
              <a:rPr dirty="0"/>
              <a:t>AI Extracted Result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- Invoice No:  2026-001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- Counterparty:  </a:t>
            </a:r>
            <a:r>
              <a:rPr lang="en-US" dirty="0"/>
              <a:t>Tokamak Design inc.</a:t>
            </a:r>
            <a:endParaRPr dirty="0"/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- Amount:  </a:t>
            </a:r>
            <a:r>
              <a:rPr lang="en-US" dirty="0"/>
              <a:t>20</a:t>
            </a:r>
            <a:r>
              <a:rPr dirty="0"/>
              <a:t>,000 USD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- Issue Date:  2026-01-23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- Due Date:  2026-01-31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- Description: Advisory + </a:t>
            </a:r>
            <a:r>
              <a:rPr lang="en-US" dirty="0"/>
              <a:t>Design </a:t>
            </a:r>
            <a:r>
              <a:rPr dirty="0"/>
              <a:t>Tools</a:t>
            </a:r>
          </a:p>
          <a:p>
            <a:pPr>
              <a:spcBef>
                <a:spcPts val="1600"/>
              </a:spcBef>
              <a:defRPr sz="2000" b="1">
                <a:solidFill>
                  <a:srgbClr val="1C1C1C"/>
                </a:solidFill>
              </a:defRPr>
            </a:pPr>
            <a:r>
              <a:rPr dirty="0"/>
              <a:t>No template required — works across different vendors and formats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Update 3 — Accounting Document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600"/>
              </a:spcBef>
              <a:defRPr sz="2000" b="1">
                <a:solidFill>
                  <a:srgbClr val="1C1C1C"/>
                </a:solidFill>
              </a:defRPr>
            </a:pPr>
            <a:r>
              <a:t>Purpose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Centralized storage for 6 years of Singapore corporate filings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Replaces scattered folders with searchable, categorized archive</a:t>
            </a:r>
          </a:p>
          <a:p>
            <a:pPr>
              <a:spcBef>
                <a:spcPts val="1600"/>
              </a:spcBef>
              <a:defRPr sz="2000" b="1">
                <a:solidFill>
                  <a:srgbClr val="1C1C1C"/>
                </a:solidFill>
              </a:defRPr>
            </a:pPr>
            <a:r>
              <a:t>Structure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YA-based organization: documents grouped by Assessment Year (YA2020 — YA2026+)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- 3 categories: Financial Statements (BS/PL) | Tax (Form C-S / NOA) | Audit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Subcategory tags: Balance Sheet, P&amp;L, Directors Report, Form C-S, NOA, ECI, AGM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Upload &amp; browse with metadata, filter by YA and category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- Year range auto-extends every January — no code change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Platform Status —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2882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600"/>
              </a:spcBef>
              <a:defRPr sz="2000" b="1">
                <a:solidFill>
                  <a:srgbClr val="1C1C1C"/>
                </a:solidFill>
              </a:defRPr>
            </a:pPr>
            <a:r>
              <a:rPr dirty="0"/>
              <a:t>Modules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- Hiring — AI evaluation, GitHub monitor, developer sourcing, team management  [LIVE]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- HR Management — payroll, expenses, bank records, tax simulation, </a:t>
            </a:r>
            <a:r>
              <a:rPr dirty="0" err="1"/>
              <a:t>payslip</a:t>
            </a:r>
            <a:r>
              <a:rPr dirty="0"/>
              <a:t> PDF  [LIVE]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- Accounting — transaction classifier, invoices, document repository  [LIVE]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- Deployment — </a:t>
            </a:r>
            <a:r>
              <a:rPr dirty="0" err="1"/>
              <a:t>Supabase</a:t>
            </a:r>
            <a:r>
              <a:rPr dirty="0"/>
              <a:t> DB + Railway backend live, </a:t>
            </a:r>
            <a:r>
              <a:rPr dirty="0" err="1"/>
              <a:t>Vercel</a:t>
            </a:r>
            <a:r>
              <a:rPr dirty="0"/>
              <a:t> frontend pending  [PARTIAL]</a:t>
            </a:r>
          </a:p>
          <a:p>
            <a:pPr>
              <a:spcBef>
                <a:spcPts val="1600"/>
              </a:spcBef>
              <a:defRPr sz="2000" b="1">
                <a:solidFill>
                  <a:srgbClr val="1C1C1C"/>
                </a:solidFill>
              </a:defRPr>
            </a:pPr>
            <a:r>
              <a:rPr dirty="0"/>
              <a:t>Numbers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- 50+ API endpoints  |  20 DB tables  |  97 classification rules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600"/>
              </a:spcBef>
              <a:defRPr sz="2000" b="1">
                <a:solidFill>
                  <a:srgbClr val="1C1C1C"/>
                </a:solidFill>
              </a:defRPr>
            </a:pPr>
            <a:r>
              <a:rPr dirty="0"/>
              <a:t>This Month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- Upload 6 years of existing accounting documents (YA2020–YA2025)</a:t>
            </a:r>
            <a:endParaRPr lang="en" dirty="0"/>
          </a:p>
          <a:p>
            <a:pPr>
              <a:spcBef>
                <a:spcPts val="1600"/>
              </a:spcBef>
              <a:defRPr sz="2000" b="1">
                <a:solidFill>
                  <a:srgbClr val="1C1C1C"/>
                </a:solidFill>
              </a:defRPr>
            </a:pPr>
            <a:r>
              <a:rPr lang="en" dirty="0"/>
              <a:t>Next Month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- Tax Calendar — ECI, Form C-S, AGM, AR filing deadline alerts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- P&amp;L / Balance Sheet draft auto-generation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rPr dirty="0"/>
              <a:t>- Tax Computation template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C1C"/>
                </a:solidFill>
              </a:defRPr>
            </a:pPr>
            <a:r>
              <a:t>Thank You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Tokamak Network HR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758</Words>
  <Application>Microsoft Macintosh PowerPoint</Application>
  <PresentationFormat>와이드스크린</PresentationFormat>
  <Paragraphs>89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JunWoong Kong</cp:lastModifiedBy>
  <cp:revision>3</cp:revision>
  <dcterms:created xsi:type="dcterms:W3CDTF">2013-01-27T09:14:16Z</dcterms:created>
  <dcterms:modified xsi:type="dcterms:W3CDTF">2026-05-20T02:45:16Z</dcterms:modified>
  <cp:category/>
</cp:coreProperties>
</file>