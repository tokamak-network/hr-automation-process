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2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C1C1C"/>
                </a:solidFill>
              </a:defRPr>
            </a:pPr>
            <a:r>
              <a:t>Candidate Evaluation System</a:t>
            </a:r>
            <a:br/>
            <a:r>
              <a:t>Overhaul</a:t>
            </a:r>
          </a:p>
          <a:p>
            <a:pPr algn="ctr">
              <a:spcBef>
                <a:spcPts val="1600"/>
              </a:spcBef>
              <a:defRPr sz="2000">
                <a:solidFill>
                  <a:srgbClr val="666666"/>
                </a:solidFill>
              </a:defRPr>
            </a:pPr>
            <a:r>
              <a:t>What's New — 2026.04.27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800">
                <a:solidFill>
                  <a:srgbClr val="2A72E5"/>
                </a:solidFill>
              </a:defRPr>
            </a:pPr>
            <a:r>
              <a:t>16 commits  |  AI Analysis  |  Domain Matching  |  New Criteria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rPr dirty="0"/>
              <a:t>First Candidate, First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337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rPr dirty="0"/>
              <a:t>Our First Applicant: </a:t>
            </a:r>
            <a:r>
              <a:rPr dirty="0" err="1"/>
              <a:t>Miirza</a:t>
            </a:r>
            <a:r>
              <a:rPr dirty="0"/>
              <a:t> Baig</a:t>
            </a:r>
          </a:p>
          <a:p>
            <a:pPr lvl="1"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Submitted a repo: Tokamak Chain Monitor (real-time L2 rollup dashboard)</a:t>
            </a:r>
          </a:p>
          <a:p>
            <a:pPr lvl="1"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Also deployed a live demo: tokamak-chain-</a:t>
            </a:r>
            <a:r>
              <a:rPr dirty="0" err="1"/>
              <a:t>monitor.vercel.app</a:t>
            </a:r>
            <a:endParaRPr dirty="0"/>
          </a:p>
          <a:p>
            <a:pPr lvl="1"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Built specifically for Tokamak — same stack, similar architecture to TRH</a:t>
            </a:r>
          </a:p>
          <a:p>
            <a:pPr lvl="1">
              <a:spcBef>
                <a:spcPts val="600"/>
              </a:spcBef>
            </a:pPr>
            <a:endParaRPr dirty="0"/>
          </a:p>
          <a:p>
            <a:pPr lvl="1"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rPr dirty="0"/>
              <a:t>What Happened When We Evaluated</a:t>
            </a:r>
          </a:p>
          <a:p>
            <a:pPr lvl="1"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Ran the evaluation system for the first time with a real candidate</a:t>
            </a:r>
          </a:p>
          <a:p>
            <a:pPr lvl="1"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Ecosystem Fit scored 3/10 — clearly wrong for a Tokamak-specific project</a:t>
            </a:r>
          </a:p>
          <a:p>
            <a:pPr lvl="1"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Reviewer matching picked generic TypeScript developers, not L2 experts</a:t>
            </a:r>
          </a:p>
          <a:p>
            <a:pPr lvl="1"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AI analysis wasn't connected (fallback scores only)</a:t>
            </a:r>
          </a:p>
          <a:p>
            <a:pPr lvl="1">
              <a:spcBef>
                <a:spcPts val="600"/>
              </a:spcBef>
            </a:pPr>
            <a:endParaRPr dirty="0"/>
          </a:p>
          <a:p>
            <a:pPr lvl="1"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rPr dirty="0"/>
              <a:t>This Led to Several Improvements</a:t>
            </a:r>
          </a:p>
          <a:p>
            <a:pPr lvl="1"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AI prompt now includes Tokamak's full technical context</a:t>
            </a:r>
          </a:p>
          <a:p>
            <a:pPr lvl="1"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Evaluation criteria replaced with more measurable items</a:t>
            </a:r>
          </a:p>
          <a:p>
            <a:pPr lvl="1"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Reviewer matching now uses domain expertise, not just language</a:t>
            </a:r>
          </a:p>
          <a:p>
            <a:pPr lvl="1"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Let me walk through each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1. AI Analysis — 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rPr dirty="0"/>
              <a:t>Before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Generic prompt: 'Relevance to Ethereum L2'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No concrete scoring criteria for Ecosystem Fit or </a:t>
            </a:r>
            <a:r>
              <a:rPr dirty="0" err="1"/>
              <a:t>Tokenomics</a:t>
            </a:r>
            <a:endParaRPr dirty="0"/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AI API not connected — fallback scores only</a:t>
            </a:r>
          </a:p>
          <a:p>
            <a:pPr>
              <a:spcBef>
                <a:spcPts val="600"/>
              </a:spcBef>
            </a:pPr>
            <a:endParaRPr dirty="0"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rPr dirty="0"/>
              <a:t>After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Tokamak tech context in prompt: Thanos Stack, OP Stack, TON seigniorage, </a:t>
            </a:r>
            <a:r>
              <a:rPr dirty="0" err="1"/>
              <a:t>SeigManager</a:t>
            </a:r>
            <a:r>
              <a:rPr dirty="0"/>
              <a:t>, DTD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Ecosystem Fit: concrete 1-10 criteria based on Tokamak stack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</a:t>
            </a:r>
            <a:r>
              <a:rPr dirty="0" err="1"/>
              <a:t>Tokenomics</a:t>
            </a:r>
            <a:r>
              <a:rPr dirty="0"/>
              <a:t> Impact: concrete 1-10 criteria based on TON whitepaper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rPr dirty="0"/>
              <a:t>- Connected to Tokamak API (gpt-5.2-pro) for real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2. Evaluation Criteria — Replaced 2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Removed (hard to evaluate from repo alone)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Innovation — subjective, no concrete basis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AI Proficiency — cannot determine from code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Added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Contribution Potential — can this work contribute to Tokamak?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  (extends existing repos, fills ecosystem gap, new tooling)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Deliverable Completeness — is there a working result?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  (deployed demo, tests, CI/CD, runnable application)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Final 5 Dimensions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Technical Completeness (1x) | Ecosystem Fit (2x) | Tokenomics (1x)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Contribution Potential (1x) | Deliverable Completeness (1x)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3. Reviewer Matching — Domain-Based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Before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Language-only: Solidity code → Solidity person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Two separate systems (redundant)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Candidate description ignored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After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Language + Domain matching (rollup, bridge, staking, ZK, monitor...)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Domain weighted 1.5x over language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Unified into one system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Description + README + AI Report all used for matching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Tokamak repo mapping: tokamak-thanos → rollup, ton-staking-v2 → staking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Example: Miirza Baig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Before: matched by TypeScript → generic fullstack developers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After: 'tokamak chain monitor' + 'trh ecosystem' → Theo Lee (#1, rollup+monitor)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C"/>
                </a:solidFill>
              </a:defRPr>
            </a:pPr>
            <a:r>
              <a:t>4. Result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Miirza Baig — Score Comparison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Before: Ecosystem Fit 3, Weighted Score 4.33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After:  Ecosystem Fit 8, Contribution Potential 8, Deliverable 8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After:  Weighted Score 6.83 — much more accurate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Action Items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Theo scored highest in reviewer matching (rollup + monitor domain)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After this demo, I'll ask Theo to review Miirza's deliverable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  via the HR recruiting channel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If other team members are interested, please also take a look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  and share your thoughts</a:t>
            </a:r>
          </a:p>
          <a:p>
            <a:pPr>
              <a:spcBef>
                <a:spcPts val="600"/>
              </a:spcBef>
            </a:pPr>
            <a:endParaRPr/>
          </a:p>
          <a:p>
            <a:pPr>
              <a:spcBef>
                <a:spcPts val="1800"/>
              </a:spcBef>
              <a:defRPr sz="1800" b="1">
                <a:solidFill>
                  <a:srgbClr val="2A72E5"/>
                </a:solidFill>
              </a:defRPr>
            </a:pPr>
            <a:r>
              <a:t>Feedback Welcome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The evaluation system is still evolving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- If you have ideas on scoring criteria or matching logic,</a:t>
            </a:r>
          </a:p>
          <a:p>
            <a:pPr>
              <a:spcBef>
                <a:spcPts val="500"/>
              </a:spcBef>
              <a:defRPr sz="1500">
                <a:solidFill>
                  <a:srgbClr val="1C1C1C"/>
                </a:solidFill>
              </a:defRPr>
            </a:pPr>
            <a:r>
              <a:t>  please let me know — your input helps improve the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C1C1C"/>
                </a:solidFill>
              </a:defRPr>
            </a:pPr>
            <a:r>
              <a:t>Thank You</a:t>
            </a:r>
          </a:p>
          <a:p>
            <a:pPr algn="ctr">
              <a:spcBef>
                <a:spcPts val="1600"/>
              </a:spcBef>
              <a:defRPr sz="2000">
                <a:solidFill>
                  <a:srgbClr val="666666"/>
                </a:solidFill>
              </a:defRPr>
            </a:pPr>
            <a:r>
              <a:t>Tokamak Network HR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800">
                <a:solidFill>
                  <a:srgbClr val="2A72E5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1590</TotalTime>
  <Words>614</Words>
  <Application>Microsoft Macintosh PowerPoint</Application>
  <PresentationFormat>와이드스크린</PresentationFormat>
  <Paragraphs>83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JunWoong Kong</cp:lastModifiedBy>
  <cp:revision>2</cp:revision>
  <dcterms:created xsi:type="dcterms:W3CDTF">2013-01-27T09:14:16Z</dcterms:created>
  <dcterms:modified xsi:type="dcterms:W3CDTF">2026-04-30T06:38:37Z</dcterms:modified>
  <cp:category/>
</cp:coreProperties>
</file>