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C1C1C"/>
                </a:solidFill>
              </a:defRPr>
            </a:pPr>
            <a:r>
              <a:t>Tokamak Network HR Solution</a:t>
            </a:r>
            <a:br/>
            <a:r>
              <a:t>Accounting Module Added</a:t>
            </a:r>
          </a:p>
          <a:p>
            <a:pPr algn="ctr">
              <a:spcBef>
                <a:spcPts val="1600"/>
              </a:spcBef>
              <a:defRPr sz="2000">
                <a:solidFill>
                  <a:srgbClr val="666666"/>
                </a:solidFill>
              </a:defRPr>
            </a:pPr>
            <a:r>
              <a:t>Automating Annual Financial Reporting — 2026.05.13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>
                <a:solidFill>
                  <a:srgbClr val="2A72E5"/>
                </a:solidFill>
              </a:defRPr>
            </a:pPr>
            <a:r>
              <a:t>Transaction Classifier  |  100% Classification  |  97 Rules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What Happened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Completed FY25 + FY26 draft accounting for Tokamak Network Pte. Ltd.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Classifying 294 transactions manually took ~3 hours per fiscal year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Collecting exchange rates, matching invoices, debugging BS balance...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Total: about 1 week of work that will repeat every year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The Idea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If we automate 90% of this, next year takes 1 hour instead of 1 week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The HR Solution already has bank transaction data uploaded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We just need to add accounting classification on top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Transaction Classifier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Core Concept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Every bank transaction has a counterparty name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We map each counterparty to an accounting category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Once mapped, it applies automatically — forever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Workflow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- 1. Bank statements already uploaded in the system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- 2. Click 'Classify All' — rules auto-match counterparty to account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- 3. Unmatched transactions appear for manual classification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- 4. Your choice is saved as a new rule for next time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23 accounts based on actual FY26 PL/BS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Sales, Consulting fee, Salary, Subscription fee, Office rental,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  Professional fee, Director remuneration, Bank charges,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Result: 100% Classified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799 Transactions, 0 Unclassified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First run: 589 / 799 auto-classified (73%) with 39 rules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Added 58 more rules for remaining counterparties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Final: 799 / 799 (100%) with 97 rules total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Next FY Estimate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~10 new counterparties to add = 5 minutes of work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Most transactions will be auto-classified from day one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WHT Auto-Detection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System flags payments to Korean residents for withholding tax review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- 31 transactions flagged — reviewed and confirmed exempt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  (services performed in Korea, no PE, DTA Article 7 applies)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Accounting Modules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Invoice &amp; Vendor tracking (AR/AP auto-matching)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Document repository (contracts, invoices — audit-ready)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FX Rate auto-collection (daily USD/SGD/KRW)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Financial Statements generator (BS/PL auto-output)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Infrastructure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Database: migrated to cloud (Supabase PostgreSQL)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Login system: added (Supabase Auth)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Backend: deployed (Railway)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Frontend deployment: proceeding next week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C1C1C"/>
                </a:solidFill>
              </a:defRPr>
            </a:pPr>
            <a:r>
              <a:t>Thank You</a:t>
            </a:r>
          </a:p>
          <a:p>
            <a:pPr algn="ctr">
              <a:spcBef>
                <a:spcPts val="1600"/>
              </a:spcBef>
              <a:defRPr sz="2000">
                <a:solidFill>
                  <a:srgbClr val="666666"/>
                </a:solidFill>
              </a:defRPr>
            </a:pPr>
            <a:r>
              <a:t>Tokamak Network HR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>
                <a:solidFill>
                  <a:srgbClr val="2A72E5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