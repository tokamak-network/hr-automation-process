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4259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rPr dirty="0"/>
              <a:t>Tokamak HR Solution</a:t>
            </a:r>
            <a:br>
              <a:rPr dirty="0"/>
            </a:br>
            <a:r>
              <a:rPr dirty="0"/>
              <a:t>Weekly Update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rPr dirty="0"/>
              <a:t>2026.04.08 ~ 2026.04.15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이번 주 업데이트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핵심 변경사항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팀원 관리 — 재직자/퇴직자 분리, 실 데이터 63명 반영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 관리 — 2023~2026 급여이력 778건 마이그레이션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 계산 — 엑셀 업로드 → 세금 자동 계산 → 일괄 반영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Etherscan 연동 — 지갑 트랜잭션 363건 자동 동기화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경비 정산 — 급여 외 경비 별도 관리 (동일 TX 연결 가능)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대시보드 — 실시간 데이터 연동 (하드코딩 제거)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Payslip PDF — 급여 확정 시 자동 생성/다운로드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1. 팀원 관리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rPr dirty="0"/>
              <a:t>Before → After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10명 →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재직</a:t>
            </a:r>
            <a:r>
              <a:rPr dirty="0"/>
              <a:t> 8명 + </a:t>
            </a:r>
            <a:r>
              <a:rPr dirty="0" err="1"/>
              <a:t>퇴직</a:t>
            </a:r>
            <a:r>
              <a:rPr dirty="0"/>
              <a:t> 55명</a:t>
            </a:r>
          </a:p>
          <a:p>
            <a:pPr>
              <a:spcBef>
                <a:spcPts val="800"/>
              </a:spcBef>
            </a:pPr>
            <a:endParaRPr dirty="0"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재직자</a:t>
            </a:r>
            <a:r>
              <a:rPr dirty="0"/>
              <a:t> / </a:t>
            </a:r>
            <a:r>
              <a:rPr dirty="0" err="1"/>
              <a:t>퇴직자</a:t>
            </a:r>
            <a:r>
              <a:rPr dirty="0"/>
              <a:t> </a:t>
            </a:r>
            <a:r>
              <a:rPr dirty="0" err="1"/>
              <a:t>탭</a:t>
            </a:r>
            <a:r>
              <a:rPr dirty="0"/>
              <a:t> </a:t>
            </a:r>
            <a:r>
              <a:rPr dirty="0" err="1"/>
              <a:t>분리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·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· </a:t>
            </a:r>
            <a:r>
              <a:rPr dirty="0" err="1"/>
              <a:t>퇴직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· </a:t>
            </a:r>
            <a:r>
              <a:rPr dirty="0" err="1"/>
              <a:t>복직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엑셀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/</a:t>
            </a:r>
            <a:r>
              <a:rPr dirty="0" err="1"/>
              <a:t>다운로드</a:t>
            </a:r>
            <a:r>
              <a:rPr dirty="0"/>
              <a:t> (</a:t>
            </a:r>
            <a:r>
              <a:rPr dirty="0" err="1"/>
              <a:t>일괄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팀원별</a:t>
            </a:r>
            <a:r>
              <a:rPr dirty="0"/>
              <a:t> </a:t>
            </a:r>
            <a:r>
              <a:rPr dirty="0" err="1"/>
              <a:t>다중</a:t>
            </a:r>
            <a:r>
              <a:rPr dirty="0"/>
              <a:t> </a:t>
            </a:r>
            <a:r>
              <a:rPr dirty="0" err="1"/>
              <a:t>지갑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(</a:t>
            </a:r>
            <a:r>
              <a:rPr dirty="0" err="1"/>
              <a:t>라벨</a:t>
            </a:r>
            <a:r>
              <a:rPr dirty="0"/>
              <a:t> + </a:t>
            </a:r>
            <a:r>
              <a:rPr dirty="0" err="1"/>
              <a:t>체인</a:t>
            </a:r>
            <a:r>
              <a:rPr dirty="0"/>
              <a:t>)</a:t>
            </a:r>
          </a:p>
          <a:p>
            <a:pPr>
              <a:spcBef>
                <a:spcPts val="800"/>
              </a:spcBef>
            </a:pPr>
            <a:endParaRPr dirty="0"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마이그레이션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기존</a:t>
            </a:r>
            <a:r>
              <a:rPr dirty="0"/>
              <a:t> </a:t>
            </a:r>
            <a:r>
              <a:rPr lang="ko-KR" altLang="en-US" dirty="0"/>
              <a:t>인원명단 관리 </a:t>
            </a:r>
            <a:r>
              <a:rPr dirty="0" err="1"/>
              <a:t>스프레드시트</a:t>
            </a:r>
            <a:r>
              <a:rPr dirty="0"/>
              <a:t> → HR Solution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2. 급여 관리 개편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rPr dirty="0" err="1"/>
              <a:t>급여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(778건)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- 2023.01 ~ 2026.04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급여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마이그레이션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엑셀</a:t>
            </a:r>
            <a:r>
              <a:rPr dirty="0"/>
              <a:t> </a:t>
            </a:r>
            <a:r>
              <a:rPr dirty="0" err="1"/>
              <a:t>일괄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 (</a:t>
            </a:r>
            <a:r>
              <a:rPr dirty="0" err="1"/>
              <a:t>연도</a:t>
            </a:r>
            <a:r>
              <a:rPr dirty="0"/>
              <a:t>/</a:t>
            </a:r>
            <a:r>
              <a:rPr dirty="0" err="1"/>
              <a:t>월</a:t>
            </a:r>
            <a:r>
              <a:rPr dirty="0"/>
              <a:t>/</a:t>
            </a:r>
            <a:r>
              <a:rPr dirty="0" err="1"/>
              <a:t>이름</a:t>
            </a:r>
            <a:r>
              <a:rPr dirty="0"/>
              <a:t>/USDT)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환율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과거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: USDT </a:t>
            </a:r>
            <a:r>
              <a:rPr dirty="0" err="1"/>
              <a:t>원본값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  <a:p>
            <a:pPr>
              <a:spcBef>
                <a:spcPts val="800"/>
              </a:spcBef>
            </a:pPr>
            <a:endParaRPr dirty="0"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rPr dirty="0" err="1"/>
              <a:t>급여</a:t>
            </a:r>
            <a:r>
              <a:rPr dirty="0"/>
              <a:t> </a:t>
            </a:r>
            <a:r>
              <a:rPr dirty="0" err="1"/>
              <a:t>계산</a:t>
            </a:r>
            <a:r>
              <a:rPr dirty="0"/>
              <a:t> </a:t>
            </a:r>
            <a:r>
              <a:rPr dirty="0" err="1"/>
              <a:t>탭</a:t>
            </a:r>
            <a:r>
              <a:rPr dirty="0"/>
              <a:t> (</a:t>
            </a:r>
            <a:r>
              <a:rPr lang="ko-KR" altLang="en-US" dirty="0"/>
              <a:t>신규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→ </a:t>
            </a:r>
            <a:r>
              <a:rPr dirty="0" err="1"/>
              <a:t>환율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→ </a:t>
            </a:r>
            <a:r>
              <a:rPr dirty="0" err="1"/>
              <a:t>업로드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- 2026 </a:t>
            </a:r>
            <a:r>
              <a:rPr dirty="0" err="1"/>
              <a:t>간이세액표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소득세</a:t>
            </a:r>
            <a:r>
              <a:rPr dirty="0"/>
              <a:t>/</a:t>
            </a:r>
            <a:r>
              <a:rPr dirty="0" err="1"/>
              <a:t>지방소득세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미리보기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원클릭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  <a:p>
            <a:pPr>
              <a:spcBef>
                <a:spcPts val="800"/>
              </a:spcBef>
            </a:pPr>
            <a:endParaRPr dirty="0"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rPr dirty="0" err="1"/>
              <a:t>환율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조회</a:t>
            </a: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한국은행</a:t>
            </a:r>
            <a:r>
              <a:rPr dirty="0"/>
              <a:t> ECOS API </a:t>
            </a:r>
            <a:r>
              <a:rPr dirty="0" err="1"/>
              <a:t>연동</a:t>
            </a:r>
            <a:r>
              <a:rPr dirty="0"/>
              <a:t> (</a:t>
            </a:r>
            <a:r>
              <a:rPr dirty="0" err="1"/>
              <a:t>전일</a:t>
            </a:r>
            <a:r>
              <a:rPr dirty="0"/>
              <a:t> </a:t>
            </a:r>
            <a:r>
              <a:rPr dirty="0" err="1"/>
              <a:t>종가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지급일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환율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→ KRW/</a:t>
            </a:r>
            <a:r>
              <a:rPr dirty="0" err="1"/>
              <a:t>세금</a:t>
            </a:r>
            <a:r>
              <a:rPr dirty="0"/>
              <a:t>/</a:t>
            </a:r>
            <a:r>
              <a:rPr dirty="0" err="1"/>
              <a:t>실지급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3. Etherscan 트랜잭션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자동 동기화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설정에서 급여 지갑 주소 등록 (다중 지원)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Etherscan API V2 연동 — 원클릭 동기화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현재 363건 ERC-20 트랜잭션 수집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스팸 필터링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USDT / USDC / WTON contract 화이트리스트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가짜 유니코드 토큰 심볼 자동 제거 (900건 → 363건)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- 1 USDT 미만 더스트 트랜잭션 필터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주소 → 이름 매칭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등록된 지갑 → 팀원 이름 자동 표시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TX Hash 클릭 시 Etherscan 링크 이동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4. 경비 정산 (신규)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배경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 + 경비가 합산되어 한 TX로 지급되는 구조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내부 관리상 급여 / 경비 분리 기록 필요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기능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팀원별 경비 항목 등록 (발생일, 금액, 카테고리, 메모)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카테고리: 출장비 · 장비 · 교통비 · 식비 · 소프트웨어 · 교육 · 기타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급여와 동일 TX Hash 연결 가능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상태 관리: 대기 → 승인 → 지급완료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월별/전체 조회 + 엑셀 다운로드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5. 대시보드 · Payslip ·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대시보드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하드코딩 제거 → 현재 월 기준 실시간 데이터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이번 달 총 급여 / D-Day / 연간 누적 / 세금 적립금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최근 트랜잭션 (Etherscan 링크)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Payslip PDF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 확정/지급완료 시 PDF 버튼 활성화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팀원 정보 + 급여 + 세금 + 지갑 주소 자동 포함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설정 페이지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 지갑 다중 등록/수정/삭제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체인 선택 (ERC-20, Titan L2)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Etherscan API Key 연동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Phase 2 — 보안 + 배포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PostgreSQL 마이그레이션 (Supabase)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인증 시스템 (지갑 서명 기반)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Vercel + Railway 배포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Phase 3 — 자동화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트랜잭션 주기적 자동 동기화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급여 계산 → 확정 → 지급 워크플로우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텔레그램 알림 (D-7, D-1)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Phase 4 — 확장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출근/근태 관리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계약서 관리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팀 대시보드 (팀원 접근)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67816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592</Words>
  <Application>Microsoft Macintosh PowerPoint</Application>
  <PresentationFormat>와이드스크린</PresentationFormat>
  <Paragraphs>93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JunWoong Kong</cp:lastModifiedBy>
  <cp:revision>2</cp:revision>
  <dcterms:created xsi:type="dcterms:W3CDTF">2013-01-27T09:14:16Z</dcterms:created>
  <dcterms:modified xsi:type="dcterms:W3CDTF">2026-04-15T01:03:08Z</dcterms:modified>
  <cp:category/>
</cp:coreProperties>
</file>